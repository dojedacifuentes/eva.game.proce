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6858000" cy="12191695"/>
  <p:notesSz cx="12191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de producción del video de lanzamiento de EVAGAMEPROCE.
Las diapositivas 3 a 12 son las escenas, al tamaño real del video. La 13 es una escena opcional. De la 14 en adelante es referencia: no va al video.
Todas las capturas salen del juego de verdad, no son maquetas: las genera scripts/video/capturar.js sobre el build de producción.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exportar el video desde PowerPoint: Archivo → Exportar → Crear un video, y elegir sólo las escenas. Pero lo normal es lo otro: usar estas diapositivas como referencia y montar en HeyGen + CapCut, que es lo que describe el anexo de montaje.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 · 0:00–0:03
VOZ (pegar en HeyGen, literal):
¿Leyendo tus apuntes por quinta vez para el grado?
EN PANTALLA: ¿Por quinta vez?
IMAGEN: deck/piezas/avatar-cerrado.png
MONTAJE:
Plano cerrado, avatar solo. Es el gancho: tiene que entrar en el primer segundo, sin logo, sin intro, sin música de arranque. La ceja levantada hace más que cualquier efecto. Fondo: negro del juego, no el fondo por defecto de HeyGen.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2 · 0:03–0:05
VOZ (pegar en HeyGen, literal):
Qué adorable.
EN PANTALLA: Qué adorable.
IMAGEN: deck/piezas/avatar-medio.png
MONTAJE:
Corte seco a plano medio: el cambio de encuadre es el chiste. Media pausa antes de decirlo. En HeyGen va como escena aparte — es la única forma de que respete el silencio.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3 · 0:05–0:09
VOZ (pegar en HeyGen, literal):
Pero leer no significa necesariamente que aprendiste.
EN PANTALLA: Leer no es aprender.
IMAGEN: capturas/vertical/06-examen.png
MONTAJE:
Primera vez que se ve el juego. Pregunta de cédula sin responder: el espectador la lee y se contesta solo. El avatar se va del cuadro o baja a un círculo pequeño abajo a la izquierda.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4 · 0:09–0:13
VOZ (pegar en HeyGen, literal):
Así que convierte tu sufrimiento académico en un videojuego.
EN PANTALLA: Convierte el sufrimiento en juego.
IMAGEN: capturas/vertical/02-hub.png
MONTAJE:
El mapa de campaña: nodos, actos, progreso. Es el plano que dice «videojuego» sin tener que decirlo. Un empuje lento hacia el nodo actual.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5 · 0:13–0:16
VOZ (pegar en HeyGen, literal):
EVAGAMEPROCE.
EN PANTALLA: EVAGAMEPROCE
IMAGEN: capturas/vertical/01-portada.png
MONTAJE:
El revelado. Corte a negro de 3 fotogramas y entra la portada con un golpe de sonido. Es el único momento del video con silencio antes. Sobreimprimir evagameproce.vercel.app en mono, debajo del título.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6 · 0:16–0:21
VOZ (pegar en HeyGen, literal):
Un juego diseñado para poner a prueba tu cerebro orgánico…
EN PANTALLA: Tu cerebro orgánico, a prueba.
IMAGEN: capturas/vertical/10-oral.png
CLIP: scripts/video/clips/oral.mp4
MONTAJE:
La interrogación oral: tres examinadores atacando en cadena. Aquí entra movimiento de verdad — usar el clip, no la captura fija. Los puntos suspensivos son una pausa real: la frase no termina hasta la escena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7 · 0:21–0:26
VOZ (pegar en HeyGen, literal):
Y descubrir cuánto sabes realmente.
EN PANTALLA: ¿Cuánto sabes realmente?
IMAGEN: capturas/vertical/04-mision.png
CLIP: scripts/video/clips/mision.mp4
MONTAJE:
Pregunta con las alternativas todavía neutras. El espectador elige en su cabeza. Dejarla en pantalla lo suficiente para que alcance a leerla: si no la lee, la escena 8 no funciona.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8 · 0:26–0:30
VOZ (pegar en HeyGen, literal):
O cuánto creías saber.
EN PANTALLA: O cuánto creías saber.
IMAGEN: capturas/vertical/07-examen-fb.png
CLIP: scripts/video/clips/examen.mp4
MONTAJE:
El plano que vende el juego: la X roja sobre la respuesta que el espectador acaba de elegir. Sincronizar el destello rojo con la palabra «creías». Un fotograma de blanco al 15 % ayuda al golpe.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9 · 0:30–0:36
VOZ (pegar en HeyGen, literal):
Juega gratis. Y sígueme para aprender a crear prototipos como este.
EN PANTALLA: Juega gratis.
IMAGEN: deck/piezas/avatar-medio.png
MONTAJE:
Vuelve el avatar, ahora de frente y sin ironía: es la única frase sincera del video y tiene que sonar distinta. El juego sigue corriendo en un círculo pequeño. Sobreimprimir evagameproce.vercel.app en mono cian.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10 · 0:36–0:40
VOZ (pegar en HeyGen, literal):
Link en la bio. Eva fuera.
EN PANTALLA: Link en la bio. Eva fuera.
IMAGEN: deck/piezas/avatar-cerrado.png
MONTAJE:
Cierre. «Eva fuera» y corte a negro en el mismo fotograma — sin fundido, sin pantalla final de tres segundos: eso mata el bucle. El video tiene que volver a empezar antes de que el espectador decida irse.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8B · 0:30–0:34
VOZ (pegar en HeyGen, literal):
Trece mundos. Cédula, oral y códex. Todo el procesal civil, gratis.
EN PANTALLA: 13 mundos. Cédula, oral y códex.
IMAGEN: capturas/vertical/03-mundos.png
CLIP: scripts/video/clips/mundos.mp4
MONTAJE:
OPCIONAL — no está en tu guion. Añade 4 segundos y da la prueba de que esto no es una demo de tres preguntas. Si el video se va de 45 segundos, esta es la primera que se cae. Va entre la 8 y la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DECISIÓN PENDIENTE, Y NO ES MENOR.
lib/brand.ts dice, a propósito y por escrito, que EVA no tiene rostro ni apariencia humana, y que el monograma de EvaMark.tsx es un tratamiento provisional. El avatar de HeyGen le pone una cara, y el guion cierra con «Eva fuera»: eso la convierte en personaje.
Hay dos caminos coherentes, y el peor es no elegir:
1. El avatar ES Eva. Entonces deja de ser provisional: se registra en lib/brand.ts (EVA.assetSrc) y el juego y el video usan la misma imagen.
2. El avatar presenta el juego, pero no es Eva. Entonces el guion no puede cerrar con «Eva fuera» — bastaría cambiar esa línea.
Si eliges 1 y no tocas el repositorio, la cara vive sólo en Instagram y el juego sigue mostrando un monograma abstracto: dos marcas distintas para la misma cosa.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medidas son para Instagram Reels y TikTok. YouTube Shorts tapa algo menos abajo, pero si respetas estas dos franjas sirve en las tres sin volver a montar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que decide si un reel funciona no es el avatar: es el ritmo. Diez cortes en cuarenta segundos. Si una escena se siente larga al verla, lo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clips salen en .mp4 (H.264) si hay un ffmpeg completo instalado. El que trae Playwright sólo hace VP8 y no sirve: instala uno de verdad (brew install ffmpeg en macOS, winget install ffmpeg en Windows). Si no, quedan en .webm, que CapCut y DaVinci abren igual.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va.game.proce/scripts/video/capturas/vertical/01-port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pic>
        <p:nvPicPr>
          <p:cNvPr id="3" name="Image 1" descr="/home/user/eva.game.proce/scripts/video/deck/piezas/vel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7960"/>
            <a:ext cx="6858000" cy="298680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6858000" cy="1325880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524762"/>
            <a:ext cx="6858000" cy="2666933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66928" y="457200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GUION · STORYBOARD · DIRECCIÓN DE ARTE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7452360"/>
            <a:ext cx="5724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EVAGAMEPROCE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8302752"/>
            <a:ext cx="572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D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video vertical de 40 segundos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8796528"/>
            <a:ext cx="57241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E8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FORO [in]VISIBLE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experiencia EVA de Proyecto01 · Creada por Diego Ojeda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9853946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ESCENAS  ·  1080 × 1920  ·  evagameproce.vercel.app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572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ANEXO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5724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usar esto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084832"/>
            <a:ext cx="5724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presentación: es el plano de montaje. Cada diapositiva de escena está al tamaño exacto del video, así que lo que ves encuadrado es lo que queda encuadrado.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3154680"/>
            <a:ext cx="5724144" cy="1828800"/>
          </a:xfrm>
          <a:prstGeom prst="roundRect">
            <a:avLst>
              <a:gd name="adj" fmla="val 4500"/>
            </a:avLst>
          </a:prstGeom>
          <a:solidFill>
            <a:srgbClr val="0A1220"/>
          </a:solidFill>
          <a:ln w="9525">
            <a:solidFill>
              <a:srgbClr val="4BE7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3392424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DIAPOSITIVAS 3 – 12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3666744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diez escenas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4069080"/>
            <a:ext cx="5138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por línea del guion. El texto grande es lo que va escrito en pantalla; lo de abajo, entre comillas, es lo que lee HeyGen. Las notas del orador traen la indicación de montaje.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5212080"/>
            <a:ext cx="5724144" cy="1828800"/>
          </a:xfrm>
          <a:prstGeom prst="roundRect">
            <a:avLst>
              <a:gd name="adj" fmla="val 4500"/>
            </a:avLst>
          </a:prstGeom>
          <a:solidFill>
            <a:srgbClr val="0A1220"/>
          </a:solidFill>
          <a:ln w="9525">
            <a:solidFill>
              <a:srgbClr val="D7B46A">
                <a:alpha val="45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5449824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7B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DIAPOSITIVAS 13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5724144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Escena opcional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6126480"/>
            <a:ext cx="5138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está en tu guion. Suma cuatro segundos de prueba de que el juego tiene fondo. Es la primera que se cae si el video se alarga.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7269480"/>
            <a:ext cx="5724144" cy="1828800"/>
          </a:xfrm>
          <a:prstGeom prst="roundRect">
            <a:avLst>
              <a:gd name="adj" fmla="val 4500"/>
            </a:avLst>
          </a:prstGeom>
          <a:solidFill>
            <a:srgbClr val="0A1220"/>
          </a:solidFill>
          <a:ln w="9525">
            <a:solidFill>
              <a:srgbClr val="8A5CFF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7507224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DIAPOSITIVAS 14 – 17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" y="7781544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8183880"/>
            <a:ext cx="5138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Paleta, tipografía, encuadre, pasos de HeyGen y dónde quedó cada archivo. Esto no va al video.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9601200"/>
            <a:ext cx="5724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Duración total: 40 segundos. 45 con la escena opcional.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va.game.proce/scripts/video/deck/piezas/avatar-cerr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pic>
        <p:nvPicPr>
          <p:cNvPr id="3" name="Image 1" descr="/home/user/eva.game.proce/scripts/video/deck/piezas/vel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7960"/>
            <a:ext cx="6858000" cy="298680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6858000" cy="1325880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524762"/>
            <a:ext cx="6858000" cy="2666933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66928" y="45720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ESCENA 01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3429000" y="4572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F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 – 0:03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768096"/>
            <a:ext cx="572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46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PANTALLA: AVATAR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422392" y="38404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8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7772400"/>
            <a:ext cx="57241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quinta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vez?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979908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VOZ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10073402"/>
            <a:ext cx="5724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E8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«¿Leyendo tus apuntes por quinta vez para el grado?»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66928" y="11752783"/>
            <a:ext cx="5724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avatar-cerrado.png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va.game.proce/scripts/video/deck/piezas/avatar-me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pic>
        <p:nvPicPr>
          <p:cNvPr id="3" name="Image 1" descr="/home/user/eva.game.proce/scripts/video/deck/piezas/vel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7960"/>
            <a:ext cx="6858000" cy="298680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6858000" cy="1325880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524762"/>
            <a:ext cx="6858000" cy="2666933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66928" y="45720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ESCENA 02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3429000" y="4572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F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0:03 – 0:05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768096"/>
            <a:ext cx="572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46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PANTALLA: AVATAR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422392" y="38404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8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7772400"/>
            <a:ext cx="57241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adorable.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979908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VOZ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10073402"/>
            <a:ext cx="5724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E8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«Qué adorable.»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66928" y="11752783"/>
            <a:ext cx="5724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avatar-medio.png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va.game.proce/scripts/video/capturas/vertical/06-exam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pic>
        <p:nvPicPr>
          <p:cNvPr id="3" name="Image 1" descr="/home/user/eva.game.proce/scripts/video/deck/piezas/vel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7960"/>
            <a:ext cx="6858000" cy="298680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6858000" cy="1325880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524762"/>
            <a:ext cx="6858000" cy="2666933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66928" y="45720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ESCENA 03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3429000" y="4572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F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0:05 – 0:09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768096"/>
            <a:ext cx="572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46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PANTALLA: JUEGO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422392" y="38404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8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7772400"/>
            <a:ext cx="57241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Leer no es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aprender.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979908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VOZ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10073402"/>
            <a:ext cx="5724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E8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«Pero leer no significa necesariamente que aprendiste.»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66928" y="11752783"/>
            <a:ext cx="5724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06-examen.png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va.game.proce/scripts/video/capturas/vertical/02-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pic>
        <p:nvPicPr>
          <p:cNvPr id="3" name="Image 1" descr="/home/user/eva.game.proce/scripts/video/deck/piezas/vel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7960"/>
            <a:ext cx="6858000" cy="298680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6858000" cy="1325880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524762"/>
            <a:ext cx="6858000" cy="2666933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66928" y="45720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ESCENA 04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3429000" y="4572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F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0:09 – 0:13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768096"/>
            <a:ext cx="572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46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PANTALLA: JUEGO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422392" y="38404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38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7772400"/>
            <a:ext cx="57241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Convierte el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sufrimiento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juego.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979908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VOZ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10073402"/>
            <a:ext cx="5724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E8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«Así que convierte tu sufrimiento académico en un videojuego.»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66928" y="11752783"/>
            <a:ext cx="5724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02-hub.png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va.game.proce/scripts/video/capturas/vertical/01-port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pic>
        <p:nvPicPr>
          <p:cNvPr id="3" name="Image 1" descr="/home/user/eva.game.proce/scripts/video/deck/piezas/vel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7960"/>
            <a:ext cx="6858000" cy="298680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6858000" cy="1325880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524762"/>
            <a:ext cx="6858000" cy="2666933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66928" y="45720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ESCENA 05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3429000" y="4572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F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0:13 – 0:16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768096"/>
            <a:ext cx="572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46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PANTALLA: JUEGO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422392" y="38404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38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7772400"/>
            <a:ext cx="57241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EVAGAMEPROCE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979908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VOZ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10073402"/>
            <a:ext cx="5724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E8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«EVAGAMEPROCE.»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66928" y="11752783"/>
            <a:ext cx="5724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01-portada.png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va.game.proce/scripts/video/capturas/vertical/10-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pic>
        <p:nvPicPr>
          <p:cNvPr id="3" name="Image 1" descr="/home/user/eva.game.proce/scripts/video/deck/piezas/vel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7960"/>
            <a:ext cx="6858000" cy="298680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6858000" cy="1325880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524762"/>
            <a:ext cx="6858000" cy="2666933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66928" y="45720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ESCENA 06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3429000" y="4572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F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0:16 – 0:21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768096"/>
            <a:ext cx="572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46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PANTALLA: CLIP  ·  clips/oral.mp4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422392" y="38404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38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7772400"/>
            <a:ext cx="57241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cerebro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orgánico,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prueba.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979908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VOZ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10073402"/>
            <a:ext cx="5724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E8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«Un juego diseñado para poner a prueba tu cerebro orgánico…»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66928" y="11752783"/>
            <a:ext cx="5724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10-oral.png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va.game.proce/scripts/video/capturas/vertical/04-m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pic>
        <p:nvPicPr>
          <p:cNvPr id="3" name="Image 1" descr="/home/user/eva.game.proce/scripts/video/deck/piezas/vel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7960"/>
            <a:ext cx="6858000" cy="298680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6858000" cy="1325880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524762"/>
            <a:ext cx="6858000" cy="2666933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66928" y="45720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ESCENA 07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3429000" y="4572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F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0:21 – 0:26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768096"/>
            <a:ext cx="572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46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PANTALLA: CLIP  ·  clips/mision.mp4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422392" y="38404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38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7772400"/>
            <a:ext cx="57241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sabes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realmente?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979908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VOZ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10073402"/>
            <a:ext cx="5724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E8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«Y descubrir cuánto sabes realmente.»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66928" y="11752783"/>
            <a:ext cx="5724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04-mision.png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va.game.proce/scripts/video/capturas/vertical/07-examen-f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pic>
        <p:nvPicPr>
          <p:cNvPr id="3" name="Image 1" descr="/home/user/eva.game.proce/scripts/video/deck/piezas/vel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7960"/>
            <a:ext cx="6858000" cy="298680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6858000" cy="1325880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524762"/>
            <a:ext cx="6858000" cy="2666933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66928" y="45720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ESCENA 08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3429000" y="4572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F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0:26 – 0:30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768096"/>
            <a:ext cx="572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46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PANTALLA: CLIP  ·  clips/examen.mp4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422392" y="38404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38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7772400"/>
            <a:ext cx="57241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cuánto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creías saber.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979908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VOZ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10073402"/>
            <a:ext cx="5724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E8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«O cuánto creías saber.»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66928" y="11752783"/>
            <a:ext cx="5724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07-examen-fb.png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va.game.proce/scripts/video/deck/piezas/avatar-me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pic>
        <p:nvPicPr>
          <p:cNvPr id="3" name="Image 1" descr="/home/user/eva.game.proce/scripts/video/deck/piezas/vel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7960"/>
            <a:ext cx="6858000" cy="298680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6858000" cy="1325880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524762"/>
            <a:ext cx="6858000" cy="2666933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66928" y="45720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ESCENA 09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3429000" y="4572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F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0:30 – 0:36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768096"/>
            <a:ext cx="572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46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PANTALLA: AVATAR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422392" y="38404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38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7772400"/>
            <a:ext cx="57241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Juega gratis.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979908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VOZ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10073402"/>
            <a:ext cx="5724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E8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«Juega gratis. Y sígueme para aprender a crear prototipos como este.»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66928" y="11752783"/>
            <a:ext cx="5724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avatar-medio.png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va.game.proce/scripts/video/deck/piezas/avatar-cerr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pic>
        <p:nvPicPr>
          <p:cNvPr id="3" name="Image 1" descr="/home/user/eva.game.proce/scripts/video/deck/piezas/vel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7960"/>
            <a:ext cx="6858000" cy="298680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6858000" cy="1325880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524762"/>
            <a:ext cx="6858000" cy="2666933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66928" y="45720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ESCENA 10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3429000" y="4572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F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0:36 – 0:40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768096"/>
            <a:ext cx="572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46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PANTALLA: AVATAR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422392" y="38404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38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7772400"/>
            <a:ext cx="57241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en la bio.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 fuera.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979908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VOZ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10073402"/>
            <a:ext cx="5724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E8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«Link en la bio. Eva fuera.»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66928" y="11752783"/>
            <a:ext cx="5724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avatar-cerrado.png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va.game.proce/scripts/video/capturas/vertical/03-mun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pic>
        <p:nvPicPr>
          <p:cNvPr id="3" name="Image 1" descr="/home/user/eva.game.proce/scripts/video/deck/piezas/vel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7960"/>
            <a:ext cx="6858000" cy="298680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6858000" cy="1325880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524762"/>
            <a:ext cx="6858000" cy="2666933"/>
          </a:xfrm>
          <a:prstGeom prst="rect">
            <a:avLst/>
          </a:prstGeom>
          <a:solidFill>
            <a:srgbClr val="06070B"/>
          </a:solidFill>
          <a:ln w="12700">
            <a:solidFill>
              <a:srgbClr val="06070B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66928" y="45720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ESCENA 8B · OPCIONAL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3429000" y="4572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F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0:30 – 0:34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768096"/>
            <a:ext cx="572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46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PANTALLA: CLIP  ·  clips/mundos.mp4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422392" y="38404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8B</a:t>
            </a:r>
            <a:endParaRPr lang="en-US" sz="38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7772400"/>
            <a:ext cx="57241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D7B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mundos.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D7B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Cédula, oral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D7B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códex.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979908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VOZ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10073402"/>
            <a:ext cx="5724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E8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«Trece mundos. Cédula, oral y códex. Todo el procesal civil, gratis.»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66928" y="11752783"/>
            <a:ext cx="5724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03-mundos.png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572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ANEXO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5724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Dirección artística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084832"/>
            <a:ext cx="5724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regla lo resume: el video y el juego tienen que parecer la misma cosa. Si el espectador toca el link y aterriza en algo que no se parece a lo que vio, el video no sirvió de nada.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218688"/>
            <a:ext cx="572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PALETA — LA DEL JUEGO, SIN INVENTAR NINGUNA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3566160"/>
            <a:ext cx="1725168" cy="658368"/>
          </a:xfrm>
          <a:prstGeom prst="roundRect">
            <a:avLst>
              <a:gd name="adj" fmla="val 9722"/>
            </a:avLst>
          </a:prstGeom>
          <a:solidFill>
            <a:srgbClr val="06070B"/>
          </a:solidFill>
          <a:ln w="9525">
            <a:solidFill>
              <a:srgbClr val="4658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4297680"/>
            <a:ext cx="1725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517136"/>
            <a:ext cx="1725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#06070B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718304"/>
            <a:ext cx="1725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video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6416" y="3566160"/>
            <a:ext cx="1725168" cy="658368"/>
          </a:xfrm>
          <a:prstGeom prst="roundRect">
            <a:avLst>
              <a:gd name="adj" fmla="val 9722"/>
            </a:avLst>
          </a:prstGeom>
          <a:solidFill>
            <a:srgbClr val="4BE7FF"/>
          </a:solidFill>
          <a:ln w="9525">
            <a:solidFill>
              <a:srgbClr val="4BE7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6416" y="4297680"/>
            <a:ext cx="1725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66416" y="4517136"/>
            <a:ext cx="1725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#4BE7FF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566416" y="4718304"/>
            <a:ext cx="1725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acento, luz principal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65904" y="3566160"/>
            <a:ext cx="1725168" cy="658368"/>
          </a:xfrm>
          <a:prstGeom prst="roundRect">
            <a:avLst>
              <a:gd name="adj" fmla="val 9722"/>
            </a:avLst>
          </a:prstGeom>
          <a:solidFill>
            <a:srgbClr val="8A5CFF"/>
          </a:solidFill>
          <a:ln w="9525">
            <a:solidFill>
              <a:srgbClr val="8A5C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65904" y="4297680"/>
            <a:ext cx="1725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65904" y="4517136"/>
            <a:ext cx="1725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#8A5CFF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65904" y="4718304"/>
            <a:ext cx="1725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contraluz, recursos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983480"/>
            <a:ext cx="1725168" cy="658368"/>
          </a:xfrm>
          <a:prstGeom prst="roundRect">
            <a:avLst>
              <a:gd name="adj" fmla="val 9722"/>
            </a:avLst>
          </a:prstGeom>
          <a:solidFill>
            <a:srgbClr val="E8DFC5"/>
          </a:solidFill>
          <a:ln w="9525">
            <a:solidFill>
              <a:srgbClr val="E8DFC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5715000"/>
            <a:ext cx="1725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934456"/>
            <a:ext cx="1725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#E8DFC5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135624"/>
            <a:ext cx="1725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de lectura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6416" y="4983480"/>
            <a:ext cx="1725168" cy="658368"/>
          </a:xfrm>
          <a:prstGeom prst="roundRect">
            <a:avLst>
              <a:gd name="adj" fmla="val 9722"/>
            </a:avLst>
          </a:prstGeom>
          <a:solidFill>
            <a:srgbClr val="58F5B0"/>
          </a:solidFill>
          <a:ln w="9525">
            <a:solidFill>
              <a:srgbClr val="58F5B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66416" y="5715000"/>
            <a:ext cx="1725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566416" y="5934456"/>
            <a:ext cx="1725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#58F5B0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566416" y="6135624"/>
            <a:ext cx="1725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acierto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65904" y="4983480"/>
            <a:ext cx="1725168" cy="658368"/>
          </a:xfrm>
          <a:prstGeom prst="roundRect">
            <a:avLst>
              <a:gd name="adj" fmla="val 9722"/>
            </a:avLst>
          </a:prstGeom>
          <a:solidFill>
            <a:srgbClr val="D94A4A"/>
          </a:solidFill>
          <a:ln w="9525">
            <a:solidFill>
              <a:srgbClr val="D94A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65904" y="5715000"/>
            <a:ext cx="1725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65904" y="5934456"/>
            <a:ext cx="1725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#D94A4A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65904" y="6135624"/>
            <a:ext cx="1725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601968"/>
            <a:ext cx="572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TIPOGRAFÍA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912864"/>
            <a:ext cx="5724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Cinzel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títulos en pantalla. Gravedad institucional.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JetBrains Mono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rótulos, URL, cifras, subtítulos.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cualquier párrafo largo.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i="1" dirty="0">
                <a:solidFill>
                  <a:srgbClr val="46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son gratis en Google Fonts. Instálalas antes de montar: este deck usa sustitutas para que abra en cualquier PowerPoint.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8503920"/>
            <a:ext cx="572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CINCO REGLAS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8814816"/>
            <a:ext cx="57241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blanco, ni un fotograma. El fondo del avatar es el negro del juego, no el de HeyGen.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neón ilumina, no decora: cian de frente, violeta de contraluz. Dos fuentes, no cinco.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Grano y líneas de barrido al 8 % sobre todo, avatar incluido: es lo que hace que el render y el juego parezcan filmados con la misma cámara.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corte por frase. El avatar nunca está solo más de cuatro segundos.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emoji, cero flechas animadas, cero robot genérico de fondo: el juego ya trae iconografía propia, y es jurídica.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572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ANEXO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5724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Encuadre y zonas seguras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084832"/>
            <a:ext cx="5724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video se ve en un teléfono con la interfaz de la app encima. Todo lo que importa vive en la franja central; el resto lo tapan los botones.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3456432"/>
            <a:ext cx="2240280" cy="3982720"/>
          </a:xfrm>
          <a:prstGeom prst="rect">
            <a:avLst/>
          </a:prstGeom>
          <a:solidFill>
            <a:srgbClr val="0A1220"/>
          </a:solidFill>
          <a:ln w="12700">
            <a:solidFill>
              <a:srgbClr val="4658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3456432"/>
            <a:ext cx="2240280" cy="518583"/>
          </a:xfrm>
          <a:prstGeom prst="rect">
            <a:avLst/>
          </a:prstGeom>
          <a:solidFill>
            <a:srgbClr val="D94A4A">
              <a:alpha val="22000"/>
            </a:srgbClr>
          </a:solidFill>
          <a:ln w="6350">
            <a:solidFill>
              <a:srgbClr val="D94A4A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6567932"/>
            <a:ext cx="2240280" cy="871220"/>
          </a:xfrm>
          <a:prstGeom prst="rect">
            <a:avLst/>
          </a:prstGeom>
          <a:solidFill>
            <a:srgbClr val="D94A4A">
              <a:alpha val="22000"/>
            </a:srgbClr>
          </a:solidFill>
          <a:ln w="6350">
            <a:solidFill>
              <a:srgbClr val="D94A4A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3975015"/>
            <a:ext cx="2240280" cy="2592917"/>
          </a:xfrm>
          <a:prstGeom prst="rect">
            <a:avLst/>
          </a:prstGeom>
          <a:solidFill>
            <a:srgbClr val="4BE7FF">
              <a:alpha val="8000"/>
            </a:srgbClr>
          </a:solidFill>
          <a:ln w="9525">
            <a:solidFill>
              <a:srgbClr val="4BE7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51277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b="1" spc="200" kern="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ZONA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b="1" spc="200" kern="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SEGURA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1272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8F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1080 × 1920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081528" y="3423116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 px arriba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081528" y="3697436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cuenta y controles de la app.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081528" y="499059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Aquí va todo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081528" y="526491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Rótulos, subtítulos, cara del avatar y el remate del juego.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81528" y="659206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420 px abajo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081528" y="686638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Descripción, sonido, botones de compartir y guardar.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7823200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solo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8088376"/>
            <a:ext cx="5724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Encuadre de pecho para arriba, ojos a un tercio de la altura. Nunca centrado: deja aire para el texto abajo.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8792464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 a pantalla completa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9057640"/>
            <a:ext cx="5724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capturas ya son 1080 × 1920: entran sin recortar ni escalar. No las metas en un marco de teléfono, resta pantalla.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9761728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sobre el juego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10026904"/>
            <a:ext cx="5724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Círculo de 300 px abajo a la izquierda, borde cian de 3 px. Nunca abajo a la derecha: ahí van los botones de la app.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10730992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Subtítulos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10996168"/>
            <a:ext cx="5724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el 62 % y el 78 % de la altura. Mono, mayúsculas, fondo negro al 55 %, dos líneas como máximo.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572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ANEXO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5724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montarlo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084832"/>
            <a:ext cx="5724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HeyGen pone la cara y la voz. El resto — el ritmo, que es lo que decide si el video funciona — se hace después, en el editor.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3054096"/>
            <a:ext cx="384048" cy="384048"/>
          </a:xfrm>
          <a:prstGeom prst="ellipse">
            <a:avLst/>
          </a:prstGeom>
          <a:solidFill>
            <a:srgbClr val="0A1220"/>
          </a:solidFill>
          <a:ln w="9525">
            <a:solidFill>
              <a:srgbClr val="4BE7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308152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33856" y="3054096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vertical primero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33856" y="3319272"/>
            <a:ext cx="5157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el proyecto en 9:16 antes de escribir nada: cambiarlo después reencuadra el avatar y hay que rehacer las diez escenas.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4114800"/>
            <a:ext cx="384048" cy="384048"/>
          </a:xfrm>
          <a:prstGeom prst="ellipse">
            <a:avLst/>
          </a:prstGeom>
          <a:solidFill>
            <a:srgbClr val="0A1220"/>
          </a:solidFill>
          <a:ln w="9525">
            <a:solidFill>
              <a:srgbClr val="4BE7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414223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" y="4114800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escena por línea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" y="4379976"/>
            <a:ext cx="5157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escenas, no una con todo el texto: es la única forma de controlar las pausas.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5175504"/>
            <a:ext cx="384048" cy="384048"/>
          </a:xfrm>
          <a:prstGeom prst="ellipse">
            <a:avLst/>
          </a:prstGeom>
          <a:solidFill>
            <a:srgbClr val="0A1220"/>
          </a:solidFill>
          <a:ln w="9525">
            <a:solidFill>
              <a:srgbClr val="4BE7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520293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" y="5175504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negro, no el de HeyGen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" y="5440680"/>
            <a:ext cx="5157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un PNG liso #06070B de fondo. Los de oficina futurista que trae por defecto son justo lo que el juego no 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6236208"/>
            <a:ext cx="384048" cy="384048"/>
          </a:xfrm>
          <a:prstGeom prst="ellipse">
            <a:avLst/>
          </a:prstGeom>
          <a:solidFill>
            <a:srgbClr val="0A1220"/>
          </a:solidFill>
          <a:ln w="9525">
            <a:solidFill>
              <a:srgbClr val="4BE7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626364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" y="6236208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seca y algo lenta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6501384"/>
            <a:ext cx="5157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~0,95: la ironía necesita aire. Escucha «Qué adorable» aislado antes de dar la voz por buena.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7296912"/>
            <a:ext cx="384048" cy="384048"/>
          </a:xfrm>
          <a:prstGeom prst="ellipse">
            <a:avLst/>
          </a:prstGeom>
          <a:solidFill>
            <a:srgbClr val="0A1220"/>
          </a:solidFill>
          <a:ln w="9525">
            <a:solidFill>
              <a:srgbClr val="4BE7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732434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" y="7296912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el avatar y móntalo aparte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" y="7562088"/>
            <a:ext cx="5157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Saca el render a 1080 × 1920 y llévalo a CapCut o DaVinci: ahí van encima las capturas y los clips.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8357616"/>
            <a:ext cx="384048" cy="384048"/>
          </a:xfrm>
          <a:prstGeom prst="ellipse">
            <a:avLst/>
          </a:prstGeom>
          <a:solidFill>
            <a:srgbClr val="0A1220"/>
          </a:solidFill>
          <a:ln w="9525">
            <a:solidFill>
              <a:srgbClr val="4BE7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" y="838504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" y="8357616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Grano, scanlines y color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" y="8622792"/>
            <a:ext cx="5157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Grano al 8 % y líneas de barrido finas sobre TODO, avatar incluido: es lo que funde las dos fuentes de imagen en una.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9418320"/>
            <a:ext cx="384048" cy="384048"/>
          </a:xfrm>
          <a:prstGeom prst="ellipse">
            <a:avLst/>
          </a:prstGeom>
          <a:solidFill>
            <a:srgbClr val="0A1220"/>
          </a:solidFill>
          <a:ln w="9525">
            <a:solidFill>
              <a:srgbClr val="4BE7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94457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" y="9418320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Subtítulos quemados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133856" y="9683496"/>
            <a:ext cx="5157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lo ve sin sonido. Quemados: los de la plataforma traen su propia tipografía y rompen el conjunto.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10479024"/>
            <a:ext cx="384048" cy="384048"/>
          </a:xfrm>
          <a:prstGeom prst="ellipse">
            <a:avLst/>
          </a:prstGeom>
          <a:solidFill>
            <a:srgbClr val="0A1220"/>
          </a:solidFill>
          <a:ln w="9525">
            <a:solidFill>
              <a:srgbClr val="4BE7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6928" y="1050645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" y="10479024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133856" y="10744200"/>
            <a:ext cx="5157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juego genera su audio por Web Audio API: no hay archivos que sacar. Grábalo de pantalla, o usa una base oscura y sube el golpe sólo en el revelado.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572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ANEXO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5724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materiales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084832"/>
            <a:ext cx="5724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sale del juego de verdad, corriendo sobre el build de producción. Ninguna captura está maquetada, y se pueden volver a generar cuando el juego cambie.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3154680"/>
            <a:ext cx="5724144" cy="1783080"/>
          </a:xfrm>
          <a:prstGeom prst="roundRect">
            <a:avLst>
              <a:gd name="adj" fmla="val 4615"/>
            </a:avLst>
          </a:prstGeom>
          <a:solidFill>
            <a:srgbClr val="0A1220"/>
          </a:solidFill>
          <a:ln w="9525">
            <a:solidFill>
              <a:srgbClr val="4BE7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3374136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capturas · 1080 × 1920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3685032"/>
            <a:ext cx="5138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scripts/video/capturas/vertical/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977640"/>
            <a:ext cx="5138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Portada, hub, mundos, misión, examen con su acierto y su error, repaso, códex, oral, creación, expediente, las tres expansiones, plazos, cartas y verdadero o falso.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5166360"/>
            <a:ext cx="5724144" cy="1783080"/>
          </a:xfrm>
          <a:prstGeom prst="roundRect">
            <a:avLst>
              <a:gd name="adj" fmla="val 4615"/>
            </a:avLst>
          </a:prstGeom>
          <a:solidFill>
            <a:srgbClr val="0A1220"/>
          </a:solidFill>
          <a:ln w="9525">
            <a:solidFill>
              <a:srgbClr val="8A5CFF">
                <a:alpha val="45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5385816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capturas · 1920 × 1080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5696712"/>
            <a:ext cx="5138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scripts/video/capturas/ancho/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5989320"/>
            <a:ext cx="5138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mismas pantallas en horizontal, por si sale una versión para YouTube o una presentación.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7178040"/>
            <a:ext cx="5724144" cy="1783080"/>
          </a:xfrm>
          <a:prstGeom prst="roundRect">
            <a:avLst>
              <a:gd name="adj" fmla="val 4615"/>
            </a:avLst>
          </a:prstGeom>
          <a:solidFill>
            <a:srgbClr val="0A1220"/>
          </a:solidFill>
          <a:ln w="9525">
            <a:solidFill>
              <a:srgbClr val="58F5B0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7397496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clips · 1080 × 1920 · H.264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" y="7708392"/>
            <a:ext cx="5138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F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scripts/video/clips/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8001000"/>
            <a:ext cx="5138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 en movimiento: cédula respondida y explicada, desafío de misión, recorrido de mundos, mapa de campaña, códex y minijuego de plazos. En .mp4 y en .webm.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9372600"/>
            <a:ext cx="572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VOLVER A GENERARLO TODO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9692640"/>
            <a:ext cx="5724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8DF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ci &amp;&amp; npm run build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8DF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next start -p 3100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8DF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scripts/video/capturar.js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8DF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scripts/video/clips.js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10972800"/>
            <a:ext cx="5724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46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la partida de prueba del arnés de verificación: no tocan una partida personal.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Proyecto01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EVAGAMEPROCE — guion, storyboard y dirección de arte</dc:title>
  <dc:subject>Video vertical de lanzamiento · FORO [in]VISIBLE</dc:subject>
  <dc:creator>Diego Ojeda</dc:creator>
  <cp:lastModifiedBy>Diego Ojeda</cp:lastModifiedBy>
  <cp:revision>1</cp:revision>
  <dcterms:created xsi:type="dcterms:W3CDTF">2026-09-14T07:28:44Z</dcterms:created>
  <dcterms:modified xsi:type="dcterms:W3CDTF">2026-09-14T07:28:44Z</dcterms:modified>
</cp:coreProperties>
</file>